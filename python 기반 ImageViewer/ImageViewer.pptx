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0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5175" cy="6859588"/>
  <p:notesSz cx="9874250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5pPr>
    <a:lvl6pPr marL="2286000" algn="l" defTabSz="914400" rtl="0" eaLnBrk="1" latinLnBrk="1" hangingPunct="1"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6pPr>
    <a:lvl7pPr marL="2743200" algn="l" defTabSz="914400" rtl="0" eaLnBrk="1" latinLnBrk="1" hangingPunct="1"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7pPr>
    <a:lvl8pPr marL="3200400" algn="l" defTabSz="914400" rtl="0" eaLnBrk="1" latinLnBrk="1" hangingPunct="1"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8pPr>
    <a:lvl9pPr marL="3657600" algn="l" defTabSz="914400" rtl="0" eaLnBrk="1" latinLnBrk="1" hangingPunct="1">
      <a:defRPr kumimoji="1" sz="1900" kern="1200">
        <a:solidFill>
          <a:schemeClr val="tx1"/>
        </a:solidFill>
        <a:latin typeface="Arial" charset="0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59" autoAdjust="0"/>
    <p:restoredTop sz="94709" autoAdjust="0"/>
  </p:normalViewPr>
  <p:slideViewPr>
    <p:cSldViewPr>
      <p:cViewPr varScale="1">
        <p:scale>
          <a:sx n="83" d="100"/>
          <a:sy n="83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2763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3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3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2763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0D01BAB-30EA-42A7-8ED0-0DBE30A609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113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2763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733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7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7425" y="3228975"/>
            <a:ext cx="7899400" cy="305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7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7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2763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830677F-3B7B-4149-A6F0-A28DD7D3DD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8601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21224" y="6513513"/>
            <a:ext cx="10654403" cy="3248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4760" tIns="46549" rIns="94760" bIns="46549">
            <a:spAutoFit/>
          </a:bodyPr>
          <a:lstStyle/>
          <a:p>
            <a:pPr defTabSz="798513" eaLnBrk="0" latinLnBrk="0" hangingPunct="0">
              <a:tabLst>
                <a:tab pos="7688263" algn="l"/>
              </a:tabLst>
              <a:defRPr/>
            </a:pPr>
            <a:endParaRPr kumimoji="0" lang="ko-KR" altLang="ko-KR" sz="1500">
              <a:solidFill>
                <a:srgbClr val="00279F"/>
              </a:solidFill>
              <a:ea typeface="HY그래픽" pitchFamily="18" charset="-127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296361" y="1773238"/>
            <a:ext cx="9602453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 sz="1900">
              <a:ea typeface="굴림" pitchFamily="50" charset="-127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8210284" y="5589589"/>
            <a:ext cx="2688530" cy="28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56" tIns="47879" rIns="95756" bIns="47879">
            <a:spAutoFit/>
          </a:bodyPr>
          <a:lstStyle/>
          <a:p>
            <a:pPr algn="r" defTabSz="957263" eaLnBrk="0" latinLnBrk="0" hangingPunct="0">
              <a:spcBef>
                <a:spcPct val="20000"/>
              </a:spcBef>
              <a:buSzPct val="100000"/>
              <a:defRPr/>
            </a:pPr>
            <a:r>
              <a:rPr kumimoji="0" lang="en-US" altLang="ko-KR" sz="1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돋움" pitchFamily="50" charset="-127"/>
              </a:rPr>
              <a:t>Sejong</a:t>
            </a:r>
            <a:r>
              <a:rPr kumimoji="0" lang="en-US" altLang="ko-KR" sz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돋움" pitchFamily="50" charset="-127"/>
              </a:rPr>
              <a:t> University, DMS Lab.</a:t>
            </a:r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>
            <a:off x="1296361" y="5589588"/>
            <a:ext cx="9602453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 sz="1900">
              <a:ea typeface="굴림" pitchFamily="50" charset="-127"/>
            </a:endParaRPr>
          </a:p>
        </p:txBody>
      </p:sp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94353" y="1125538"/>
            <a:ext cx="1247478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5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5078" y="1989138"/>
            <a:ext cx="10365019" cy="1471612"/>
          </a:xfrm>
        </p:spPr>
        <p:txBody>
          <a:bodyPr lIns="95756" tIns="47879" rIns="95756" bIns="47879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45803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830156" y="3717925"/>
            <a:ext cx="8534863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pic>
        <p:nvPicPr>
          <p:cNvPr id="10" name="그림 9" descr="세종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883337" y="1197546"/>
            <a:ext cx="601173" cy="48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 sz="22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Wingdings" pitchFamily="2" charset="2"/>
              <a:buChar char="ü"/>
              <a:defRPr sz="1800"/>
            </a:lvl3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42335-B16F-4273-BCAA-3DFFCA074BF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7" name="Line 9"/>
          <p:cNvSpPr>
            <a:spLocks noChangeShapeType="1"/>
          </p:cNvSpPr>
          <p:nvPr/>
        </p:nvSpPr>
        <p:spPr bwMode="auto">
          <a:xfrm>
            <a:off x="913124" y="476250"/>
            <a:ext cx="10296583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 sz="1900">
              <a:ea typeface="굴림" pitchFamily="50" charset="-127"/>
            </a:endParaRPr>
          </a:p>
        </p:txBody>
      </p:sp>
      <p:sp>
        <p:nvSpPr>
          <p:cNvPr id="370698" name="Rectangle 10"/>
          <p:cNvSpPr>
            <a:spLocks noChangeArrowheads="1"/>
          </p:cNvSpPr>
          <p:nvPr/>
        </p:nvSpPr>
        <p:spPr bwMode="auto">
          <a:xfrm>
            <a:off x="821224" y="6513513"/>
            <a:ext cx="10654403" cy="3248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4760" tIns="46549" rIns="94760" bIns="46549">
            <a:spAutoFit/>
          </a:bodyPr>
          <a:lstStyle/>
          <a:p>
            <a:pPr defTabSz="798513" eaLnBrk="0" latinLnBrk="0" hangingPunct="0">
              <a:tabLst>
                <a:tab pos="7688263" algn="l"/>
              </a:tabLst>
              <a:defRPr/>
            </a:pPr>
            <a:endParaRPr kumimoji="0" lang="ko-KR" altLang="ko-KR" sz="1500">
              <a:solidFill>
                <a:srgbClr val="00279F"/>
              </a:solidFill>
              <a:ea typeface="HY그래픽" pitchFamily="18" charset="-127"/>
            </a:endParaRPr>
          </a:p>
        </p:txBody>
      </p:sp>
      <p:sp>
        <p:nvSpPr>
          <p:cNvPr id="370699" name="Text Box 11"/>
          <p:cNvSpPr txBox="1">
            <a:spLocks noChangeArrowheads="1"/>
          </p:cNvSpPr>
          <p:nvPr/>
        </p:nvSpPr>
        <p:spPr bwMode="auto">
          <a:xfrm>
            <a:off x="8474248" y="6434139"/>
            <a:ext cx="2690486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56" tIns="47879" rIns="95756" bIns="47879">
            <a:spAutoFit/>
          </a:bodyPr>
          <a:lstStyle/>
          <a:p>
            <a:pPr algn="r" defTabSz="957263" eaLnBrk="0" latinLnBrk="0" hangingPunct="0">
              <a:spcBef>
                <a:spcPct val="20000"/>
              </a:spcBef>
              <a:buSzPct val="100000"/>
              <a:defRPr/>
            </a:pPr>
            <a:r>
              <a:rPr kumimoji="0" lang="en-US" altLang="ko-KR" sz="1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돋움" pitchFamily="50" charset="-127"/>
              </a:rPr>
              <a:t>Sejong</a:t>
            </a:r>
            <a:r>
              <a:rPr kumimoji="0" lang="en-US" altLang="ko-KR" sz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돋움" pitchFamily="50" charset="-127"/>
              </a:rPr>
              <a:t> University, DMS Lab.</a:t>
            </a:r>
          </a:p>
        </p:txBody>
      </p:sp>
      <p:sp>
        <p:nvSpPr>
          <p:cNvPr id="370700" name="Line 12"/>
          <p:cNvSpPr>
            <a:spLocks noChangeShapeType="1"/>
          </p:cNvSpPr>
          <p:nvPr/>
        </p:nvSpPr>
        <p:spPr bwMode="auto">
          <a:xfrm>
            <a:off x="913124" y="6359525"/>
            <a:ext cx="10296583" cy="0"/>
          </a:xfrm>
          <a:prstGeom prst="line">
            <a:avLst/>
          </a:prstGeom>
          <a:noFill/>
          <a:ln w="50800">
            <a:solidFill>
              <a:srgbClr val="808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 sz="1900">
              <a:ea typeface="굴림" pitchFamily="50" charset="-127"/>
            </a:endParaRPr>
          </a:p>
        </p:txBody>
      </p:sp>
      <p:sp>
        <p:nvSpPr>
          <p:cNvPr id="1030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9326" y="1285876"/>
            <a:ext cx="109125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  <p:sp>
        <p:nvSpPr>
          <p:cNvPr id="370707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709773" y="549275"/>
            <a:ext cx="10935964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7070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40169" y="6430963"/>
            <a:ext cx="2844955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400"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4AE9AC81-1D06-4B2F-84E6-27E4DDDC5BD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1033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7196" y="6430964"/>
            <a:ext cx="703906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그림 10" descr="세종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70346" y="6431282"/>
            <a:ext cx="445313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9" r:id="rId2"/>
  </p:sldLayoutIdLst>
  <p:hf hdr="0" ftr="0" dt="0"/>
  <p:txStyles>
    <p:titleStyle>
      <a:lvl1pPr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2pPr>
      <a:lvl3pPr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3pPr>
      <a:lvl4pPr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4pPr>
      <a:lvl5pPr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5pPr>
      <a:lvl6pPr marL="457200"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6pPr>
      <a:lvl7pPr marL="914400"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7pPr>
      <a:lvl8pPr marL="1371600"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8pPr>
      <a:lvl9pPr marL="1828800" algn="ctr" defTabSz="957263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굴림" pitchFamily="50" charset="-127"/>
        </a:defRPr>
      </a:lvl9pPr>
    </p:titleStyle>
    <p:bodyStyle>
      <a:lvl1pPr marL="358775" indent="-358775" algn="l" defTabSz="957263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2pPr>
      <a:lvl3pPr marL="1196975" indent="-239713" algn="l" defTabSz="957263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76400" indent="-239713" algn="l" defTabSz="957263" rtl="0" eaLnBrk="1" fontAlgn="base" latinLnBrk="1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154238" indent="-238125" algn="l" defTabSz="957263" rtl="0" eaLnBrk="1" fontAlgn="base" latinLnBrk="1" hangingPunct="1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5pPr>
      <a:lvl6pPr marL="2611438" indent="-238125" algn="l" defTabSz="957263" rtl="0" eaLnBrk="1" fontAlgn="base" latinLnBrk="1" hangingPunct="1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6pPr>
      <a:lvl7pPr marL="3068638" indent="-238125" algn="l" defTabSz="957263" rtl="0" eaLnBrk="1" fontAlgn="base" latinLnBrk="1" hangingPunct="1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7pPr>
      <a:lvl8pPr marL="3525838" indent="-238125" algn="l" defTabSz="957263" rtl="0" eaLnBrk="1" fontAlgn="base" latinLnBrk="1" hangingPunct="1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8pPr>
      <a:lvl9pPr marL="3983038" indent="-238125" algn="l" defTabSz="957263" rtl="0" eaLnBrk="1" fontAlgn="base" latinLnBrk="1" hangingPunct="1">
        <a:spcBef>
          <a:spcPct val="20000"/>
        </a:spcBef>
        <a:spcAft>
          <a:spcPct val="0"/>
        </a:spcAft>
        <a:buChar char="»"/>
        <a:defRPr kumimoji="1"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6D444-E7C1-4BB0-9636-79850F756C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Image</a:t>
            </a:r>
            <a:r>
              <a:rPr lang="ko-KR" altLang="en-US"/>
              <a:t> </a:t>
            </a:r>
            <a:r>
              <a:rPr lang="en-US" altLang="ko-KR"/>
              <a:t>Viewer Program by Python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2D14CA-8FAD-4127-9081-58C5EA333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김양우</a:t>
            </a:r>
          </a:p>
        </p:txBody>
      </p:sp>
    </p:spTree>
    <p:extLst>
      <p:ext uri="{BB962C8B-B14F-4D97-AF65-F5344CB8AC3E}">
        <p14:creationId xmlns:p14="http://schemas.microsoft.com/office/powerpoint/2010/main" val="216060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349B4-5BFC-4308-AE04-976FE3C3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Python Install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791444-D59E-4021-B194-0D5B377C0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26" y="4509914"/>
            <a:ext cx="10912500" cy="1744837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https://www.anaconda.com/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en-US" altLang="ko-KR" dirty="0"/>
              <a:t>Python 3.7</a:t>
            </a:r>
            <a:r>
              <a:rPr lang="ko-KR" altLang="en-US" dirty="0"/>
              <a:t>이상 버전 설치</a:t>
            </a:r>
            <a:endParaRPr lang="en-US" altLang="ko-KR" dirty="0"/>
          </a:p>
          <a:p>
            <a:r>
              <a:rPr lang="en-US" altLang="ko-KR" dirty="0"/>
              <a:t>Anaconda prompt</a:t>
            </a:r>
            <a:r>
              <a:rPr lang="ko-KR" altLang="en-US" dirty="0"/>
              <a:t>에서 아래 명령어 입력</a:t>
            </a:r>
            <a:endParaRPr lang="en-US" altLang="ko-KR" dirty="0"/>
          </a:p>
          <a:p>
            <a:pPr marL="479425" lvl="1" indent="0">
              <a:buNone/>
            </a:pPr>
            <a:r>
              <a:rPr lang="en-US" altLang="ko-KR" dirty="0"/>
              <a:t>pip install </a:t>
            </a:r>
            <a:r>
              <a:rPr lang="en-US" altLang="ko-KR" dirty="0" err="1"/>
              <a:t>numpy</a:t>
            </a:r>
            <a:endParaRPr lang="en-US" altLang="ko-KR" dirty="0"/>
          </a:p>
          <a:p>
            <a:pPr marL="479425" lvl="1" indent="0">
              <a:buNone/>
            </a:pPr>
            <a:r>
              <a:rPr lang="en-US" altLang="ko-KR" dirty="0"/>
              <a:t>Pip install Image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D039F-AC6E-4277-BDFE-971DEE2F8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42335-B16F-4273-BCAA-3DFFCA074BF7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2F180C-C3EB-43FF-9F4B-A438F2B13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879" y="1373187"/>
            <a:ext cx="9485416" cy="275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4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157CF-AC47-4039-A5AE-AC8DFDD1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36567-CDB6-4760-9899-D4467015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Anaconda Prompt </a:t>
            </a:r>
            <a:r>
              <a:rPr lang="ko-KR" altLang="en-US" dirty="0"/>
              <a:t>실행</a:t>
            </a:r>
            <a:r>
              <a:rPr lang="en-US" altLang="ko-KR" dirty="0"/>
              <a:t>(python</a:t>
            </a:r>
            <a:r>
              <a:rPr lang="ko-KR" altLang="en-US" dirty="0"/>
              <a:t>이 환경변수에 </a:t>
            </a:r>
            <a:r>
              <a:rPr lang="ko-KR" altLang="en-US" dirty="0" err="1"/>
              <a:t>입력되있는</a:t>
            </a:r>
            <a:r>
              <a:rPr lang="ko-KR" altLang="en-US" dirty="0"/>
              <a:t> 경우 </a:t>
            </a:r>
            <a:r>
              <a:rPr lang="en-US" altLang="ko-KR" dirty="0" err="1"/>
              <a:t>cmd</a:t>
            </a:r>
            <a:r>
              <a:rPr lang="ko-KR" altLang="en-US" dirty="0"/>
              <a:t>창도 가능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‘ImageViewer.py’</a:t>
            </a:r>
            <a:r>
              <a:rPr lang="ko-KR" altLang="en-US" dirty="0"/>
              <a:t>가 있는 폴더로 이동</a:t>
            </a:r>
            <a:endParaRPr lang="en-US" altLang="ko-KR" dirty="0"/>
          </a:p>
          <a:p>
            <a:r>
              <a:rPr lang="en-US" altLang="ko-KR" dirty="0"/>
              <a:t>“python ImageViewer.py” </a:t>
            </a:r>
            <a:r>
              <a:rPr lang="ko-KR" altLang="en-US" dirty="0"/>
              <a:t>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6691C8-2C53-4B71-BBC2-664FCFEA9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42335-B16F-4273-BCAA-3DFFCA074BF7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119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2F459-4017-42EC-8ADF-9CCD290B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773" y="549275"/>
            <a:ext cx="10935964" cy="647700"/>
          </a:xfrm>
        </p:spPr>
        <p:txBody>
          <a:bodyPr/>
          <a:lstStyle/>
          <a:p>
            <a:r>
              <a:rPr lang="en-US" altLang="ko-KR"/>
              <a:t>lena.img Open</a:t>
            </a:r>
            <a:endParaRPr lang="ko-KR" altLang="en-US"/>
          </a:p>
        </p:txBody>
      </p:sp>
      <p:pic>
        <p:nvPicPr>
          <p:cNvPr id="14" name="내용 개체 틀 13" descr="스크린샷이(가) 표시된 사진&#10;&#10;자동 생성된 설명">
            <a:extLst>
              <a:ext uri="{FF2B5EF4-FFF2-40B4-BE49-F238E27FC236}">
                <a16:creationId xmlns:a16="http://schemas.microsoft.com/office/drawing/2014/main" id="{ECBEEF9A-0D58-4AD7-8974-479C4F152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73" y="1878192"/>
            <a:ext cx="1489574" cy="1864947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494791-35CC-4D20-A5A2-A38933DDE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42335-B16F-4273-BCAA-3DFFCA074BF7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  <p:pic>
        <p:nvPicPr>
          <p:cNvPr id="16" name="그림 15" descr="사람, 여자, 사진, 착용이(가) 표시된 사진&#10;&#10;자동 생성된 설명">
            <a:extLst>
              <a:ext uri="{FF2B5EF4-FFF2-40B4-BE49-F238E27FC236}">
                <a16:creationId xmlns:a16="http://schemas.microsoft.com/office/drawing/2014/main" id="{11ED808E-0063-49D2-AAB6-59AF6650F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802" y="1620201"/>
            <a:ext cx="3819267" cy="4194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 descr="스크린샷이(가) 표시된 사진&#10;&#10;자동 생성된 설명">
            <a:extLst>
              <a:ext uri="{FF2B5EF4-FFF2-40B4-BE49-F238E27FC236}">
                <a16:creationId xmlns:a16="http://schemas.microsoft.com/office/drawing/2014/main" id="{4B49BC86-4CC6-45BD-816B-56F7AAB0D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73" y="3972950"/>
            <a:ext cx="2228402" cy="18709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 descr="스크린샷이(가) 표시된 사진&#10;&#10;자동 생성된 설명">
            <a:extLst>
              <a:ext uri="{FF2B5EF4-FFF2-40B4-BE49-F238E27FC236}">
                <a16:creationId xmlns:a16="http://schemas.microsoft.com/office/drawing/2014/main" id="{0B52E39C-FDC0-4219-9F2F-CC0CBB82D0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60" y="2349674"/>
            <a:ext cx="3672408" cy="23103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1E048F-EBF9-497E-9C76-E77772E64E38}"/>
              </a:ext>
            </a:extLst>
          </p:cNvPr>
          <p:cNvSpPr txBox="1"/>
          <p:nvPr/>
        </p:nvSpPr>
        <p:spPr>
          <a:xfrm>
            <a:off x="523360" y="1705237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0F90BC-FBC3-4504-9C64-D4CD3364196C}"/>
              </a:ext>
            </a:extLst>
          </p:cNvPr>
          <p:cNvSpPr txBox="1"/>
          <p:nvPr/>
        </p:nvSpPr>
        <p:spPr>
          <a:xfrm>
            <a:off x="566173" y="3780589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1D6538-4390-4D51-A481-DA8245F99B5C}"/>
              </a:ext>
            </a:extLst>
          </p:cNvPr>
          <p:cNvSpPr txBox="1"/>
          <p:nvPr/>
        </p:nvSpPr>
        <p:spPr>
          <a:xfrm>
            <a:off x="3360047" y="2086322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F83522-CE2A-46E6-BF0C-C84D8DA6F0EC}"/>
              </a:ext>
            </a:extLst>
          </p:cNvPr>
          <p:cNvSpPr txBox="1"/>
          <p:nvPr/>
        </p:nvSpPr>
        <p:spPr>
          <a:xfrm>
            <a:off x="7750389" y="1427306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D53F7-976B-46EC-A259-61781E3F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Lena.img Resize &amp; Save (Raw file)</a:t>
            </a:r>
            <a:endParaRPr lang="ko-KR" altLang="en-US"/>
          </a:p>
        </p:txBody>
      </p:sp>
      <p:pic>
        <p:nvPicPr>
          <p:cNvPr id="6" name="내용 개체 틀 5" descr="사람, 여자, 사진, 착용이(가) 표시된 사진&#10;&#10;자동 생성된 설명">
            <a:extLst>
              <a:ext uri="{FF2B5EF4-FFF2-40B4-BE49-F238E27FC236}">
                <a16:creationId xmlns:a16="http://schemas.microsoft.com/office/drawing/2014/main" id="{D497D415-4978-4B03-A7FE-3DBB438F8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79" y="1196975"/>
            <a:ext cx="3157820" cy="3463257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ACD8D-9CD5-45AD-B34A-C88AB3359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42335-B16F-4273-BCAA-3DFFCA074BF7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9682DF37-4CDA-4710-B101-751F202DF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51" y="4627696"/>
            <a:ext cx="4127055" cy="6692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1E0E2956-514F-4C15-A759-BD1744952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51" y="1271964"/>
            <a:ext cx="4992834" cy="31391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85E89D-1AFB-431A-9646-9B16E782849A}"/>
              </a:ext>
            </a:extLst>
          </p:cNvPr>
          <p:cNvSpPr txBox="1"/>
          <p:nvPr/>
        </p:nvSpPr>
        <p:spPr>
          <a:xfrm>
            <a:off x="572366" y="1004614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DC5E6-16E9-4BE7-BB1B-2604713C8801}"/>
              </a:ext>
            </a:extLst>
          </p:cNvPr>
          <p:cNvSpPr txBox="1"/>
          <p:nvPr/>
        </p:nvSpPr>
        <p:spPr>
          <a:xfrm>
            <a:off x="6173738" y="1004909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094C16FD-4264-491D-AD9A-311248BDA56D}"/>
              </a:ext>
            </a:extLst>
          </p:cNvPr>
          <p:cNvSpPr txBox="1">
            <a:spLocks/>
          </p:cNvSpPr>
          <p:nvPr/>
        </p:nvSpPr>
        <p:spPr bwMode="auto">
          <a:xfrm>
            <a:off x="748815" y="5150528"/>
            <a:ext cx="10912500" cy="1134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marL="358775" indent="-35877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875" indent="-298450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96975" indent="-239713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76400" indent="-239713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1542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5pPr>
            <a:lvl6pPr marL="26114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6pPr>
            <a:lvl7pPr marL="30686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7pPr>
            <a:lvl8pPr marL="35258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8pPr>
            <a:lvl9pPr marL="39830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/>
              <a:t>Down-Sampling </a:t>
            </a:r>
            <a:r>
              <a:rPr lang="ko-KR" altLang="en-US" kern="0"/>
              <a:t>한번에 가로세로 </a:t>
            </a:r>
            <a:r>
              <a:rPr lang="en-US" altLang="ko-KR" kern="0"/>
              <a:t>½</a:t>
            </a:r>
            <a:r>
              <a:rPr lang="ko-KR" altLang="en-US" kern="0"/>
              <a:t>로 축소</a:t>
            </a:r>
            <a:endParaRPr lang="en-US" altLang="ko-KR" kern="0"/>
          </a:p>
          <a:p>
            <a:r>
              <a:rPr lang="en-US" altLang="ko-KR" kern="0"/>
              <a:t>Up-Sampling </a:t>
            </a:r>
            <a:r>
              <a:rPr lang="ko-KR" altLang="en-US" kern="0"/>
              <a:t>한번에 가로세로 </a:t>
            </a:r>
            <a:r>
              <a:rPr lang="en-US" altLang="ko-KR" kern="0"/>
              <a:t>2</a:t>
            </a:r>
            <a:r>
              <a:rPr lang="ko-KR" altLang="en-US" kern="0"/>
              <a:t>배로 확대</a:t>
            </a:r>
            <a:endParaRPr lang="en-US" altLang="ko-KR" kern="0"/>
          </a:p>
          <a:p>
            <a:r>
              <a:rPr lang="en-US" altLang="ko-KR" kern="0"/>
              <a:t>Gray :</a:t>
            </a:r>
            <a:r>
              <a:rPr lang="ko-KR" altLang="en-US" kern="0"/>
              <a:t> </a:t>
            </a:r>
            <a:r>
              <a:rPr lang="en-US" altLang="ko-KR" kern="0"/>
              <a:t>YCbCr4:0:0, Color : YCbCr4:4:4 </a:t>
            </a:r>
            <a:r>
              <a:rPr lang="ko-KR" altLang="en-US" kern="0"/>
              <a:t>로 저장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CA44E85-C4EC-453B-AA3C-6660A24DD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512" y="1919796"/>
            <a:ext cx="1658798" cy="1982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002DAB-EC5A-4929-A745-C174AF8DF95C}"/>
              </a:ext>
            </a:extLst>
          </p:cNvPr>
          <p:cNvSpPr txBox="1"/>
          <p:nvPr/>
        </p:nvSpPr>
        <p:spPr>
          <a:xfrm>
            <a:off x="4240226" y="1712630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CD602B-AA74-49F3-8047-DCEB933BB956}"/>
              </a:ext>
            </a:extLst>
          </p:cNvPr>
          <p:cNvSpPr txBox="1"/>
          <p:nvPr/>
        </p:nvSpPr>
        <p:spPr>
          <a:xfrm>
            <a:off x="6173738" y="4406042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20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D53F7-976B-46EC-A259-61781E3F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Lena.img Resize &amp; Save (Compressed Image file)</a:t>
            </a:r>
            <a:endParaRPr lang="ko-KR" altLang="en-US"/>
          </a:p>
        </p:txBody>
      </p:sp>
      <p:pic>
        <p:nvPicPr>
          <p:cNvPr id="6" name="내용 개체 틀 5" descr="사람, 여자, 사진, 착용이(가) 표시된 사진&#10;&#10;자동 생성된 설명">
            <a:extLst>
              <a:ext uri="{FF2B5EF4-FFF2-40B4-BE49-F238E27FC236}">
                <a16:creationId xmlns:a16="http://schemas.microsoft.com/office/drawing/2014/main" id="{D497D415-4978-4B03-A7FE-3DBB438F8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295" y="1327847"/>
            <a:ext cx="3157820" cy="3463257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ACD8D-9CD5-45AD-B34A-C88AB3359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42335-B16F-4273-BCAA-3DFFCA074BF7}" type="slidenum">
              <a:rPr lang="en-US" altLang="ko-KR" smtClean="0"/>
              <a:pPr>
                <a:defRPr/>
              </a:pPr>
              <a:t>5</a:t>
            </a:fld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E0E2956-514F-4C15-A759-BD1744952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7667" y="1408818"/>
            <a:ext cx="4057916" cy="25415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85E89D-1AFB-431A-9646-9B16E782849A}"/>
              </a:ext>
            </a:extLst>
          </p:cNvPr>
          <p:cNvSpPr txBox="1"/>
          <p:nvPr/>
        </p:nvSpPr>
        <p:spPr>
          <a:xfrm>
            <a:off x="1029882" y="1135486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DC5E6-16E9-4BE7-BB1B-2604713C8801}"/>
              </a:ext>
            </a:extLst>
          </p:cNvPr>
          <p:cNvSpPr txBox="1"/>
          <p:nvPr/>
        </p:nvSpPr>
        <p:spPr>
          <a:xfrm>
            <a:off x="6631254" y="1135781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094C16FD-4264-491D-AD9A-311248BDA56D}"/>
              </a:ext>
            </a:extLst>
          </p:cNvPr>
          <p:cNvSpPr txBox="1">
            <a:spLocks/>
          </p:cNvSpPr>
          <p:nvPr/>
        </p:nvSpPr>
        <p:spPr bwMode="auto">
          <a:xfrm>
            <a:off x="733237" y="5531741"/>
            <a:ext cx="10912500" cy="669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marL="358775" indent="-35877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875" indent="-298450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96975" indent="-239713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76400" indent="-239713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1542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5pPr>
            <a:lvl6pPr marL="26114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6pPr>
            <a:lvl7pPr marL="30686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7pPr>
            <a:lvl8pPr marL="35258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8pPr>
            <a:lvl9pPr marL="39830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/>
              <a:t>Bmp, jpg, png </a:t>
            </a:r>
            <a:r>
              <a:rPr lang="ko-KR" altLang="en-US" kern="0"/>
              <a:t>파일등으로 저장 가능</a:t>
            </a:r>
            <a:r>
              <a:rPr lang="en-US" altLang="ko-KR" kern="0"/>
              <a:t>.</a:t>
            </a:r>
            <a:endParaRPr lang="ko-KR" altLang="en-US" kern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CA44E85-C4EC-453B-AA3C-6660A24DD7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2871" y="2050668"/>
            <a:ext cx="1657112" cy="19823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002DAB-EC5A-4929-A745-C174AF8DF95C}"/>
              </a:ext>
            </a:extLst>
          </p:cNvPr>
          <p:cNvSpPr txBox="1"/>
          <p:nvPr/>
        </p:nvSpPr>
        <p:spPr>
          <a:xfrm>
            <a:off x="4697742" y="1843502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CD602B-AA74-49F3-8047-DCEB933BB956}"/>
              </a:ext>
            </a:extLst>
          </p:cNvPr>
          <p:cNvSpPr txBox="1"/>
          <p:nvPr/>
        </p:nvSpPr>
        <p:spPr>
          <a:xfrm>
            <a:off x="6729243" y="4180032"/>
            <a:ext cx="3728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692C42-22D2-4C05-A546-39AAA2496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167" y="4180032"/>
            <a:ext cx="2492706" cy="13289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27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EE779C6-F299-4948-A95D-E6E318C89C47}"/>
              </a:ext>
            </a:extLst>
          </p:cNvPr>
          <p:cNvCxnSpPr>
            <a:stCxn id="18" idx="3"/>
            <a:endCxn id="16" idx="1"/>
          </p:cNvCxnSpPr>
          <p:nvPr/>
        </p:nvCxnSpPr>
        <p:spPr bwMode="auto">
          <a:xfrm flipV="1">
            <a:off x="6975209" y="1829262"/>
            <a:ext cx="1841035" cy="10544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F59A262C-B5E6-497A-8828-77B42FEC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Personal Image Open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16765-801B-420C-B88E-F161075F9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42335-B16F-4273-BCAA-3DFFCA074BF7}" type="slidenum">
              <a:rPr lang="en-US" altLang="ko-KR" smtClean="0"/>
              <a:pPr>
                <a:defRPr/>
              </a:pPr>
              <a:t>6</a:t>
            </a:fld>
            <a:endParaRPr lang="en-US" altLang="ko-KR" dirty="0"/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824A26D1-EDE0-4428-B032-9E03EAD63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27" y="2133650"/>
            <a:ext cx="1198175" cy="1500115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8B395CC6-F3B1-4C64-B09D-0563983F1C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527" y="1911473"/>
            <a:ext cx="845257" cy="596420"/>
          </a:xfrm>
          <a:prstGeom prst="rect">
            <a:avLst/>
          </a:prstGeom>
        </p:spPr>
      </p:pic>
      <p:pic>
        <p:nvPicPr>
          <p:cNvPr id="14" name="그림 13" descr="해변, 서핑, 실외, 앉아있는이(가) 표시된 사진&#10;&#10;자동 생성된 설명">
            <a:extLst>
              <a:ext uri="{FF2B5EF4-FFF2-40B4-BE49-F238E27FC236}">
                <a16:creationId xmlns:a16="http://schemas.microsoft.com/office/drawing/2014/main" id="{93D17193-17DE-4D0F-8874-980BB630FA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357" y="3067728"/>
            <a:ext cx="2874587" cy="1765448"/>
          </a:xfrm>
          <a:prstGeom prst="rect">
            <a:avLst/>
          </a:prstGeom>
        </p:spPr>
      </p:pic>
      <p:pic>
        <p:nvPicPr>
          <p:cNvPr id="16" name="그림 15" descr="물, 앉아있는, 산호초, 보트이(가) 표시된 사진&#10;&#10;자동 생성된 설명">
            <a:extLst>
              <a:ext uri="{FF2B5EF4-FFF2-40B4-BE49-F238E27FC236}">
                <a16:creationId xmlns:a16="http://schemas.microsoft.com/office/drawing/2014/main" id="{4E27E630-C9CC-4E71-A994-C47633B4DE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244" y="1336358"/>
            <a:ext cx="1536248" cy="985807"/>
          </a:xfrm>
          <a:prstGeom prst="rect">
            <a:avLst/>
          </a:prstGeom>
        </p:spPr>
      </p:pic>
      <p:pic>
        <p:nvPicPr>
          <p:cNvPr id="18" name="그림 17" descr="물, 보트, 실외, 앉아있는이(가) 표시된 사진&#10;&#10;자동 생성된 설명">
            <a:extLst>
              <a:ext uri="{FF2B5EF4-FFF2-40B4-BE49-F238E27FC236}">
                <a16:creationId xmlns:a16="http://schemas.microsoft.com/office/drawing/2014/main" id="{896C2E13-1B43-4CCB-862D-2ED62A8F85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622" y="2018280"/>
            <a:ext cx="2874587" cy="1730857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AD730EF-D9E6-4A7E-BF20-DDB879C92786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 bwMode="auto">
          <a:xfrm>
            <a:off x="2255202" y="2883708"/>
            <a:ext cx="184542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588ACCC5-D5A0-4A0F-B7E8-775590CD9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712" y="1987304"/>
            <a:ext cx="1354180" cy="847622"/>
          </a:xfr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9476D53-BC21-4ED9-A8C2-2B135C61B43D}"/>
              </a:ext>
            </a:extLst>
          </p:cNvPr>
          <p:cNvCxnSpPr>
            <a:cxnSpLocks/>
          </p:cNvCxnSpPr>
          <p:nvPr/>
        </p:nvCxnSpPr>
        <p:spPr bwMode="auto">
          <a:xfrm>
            <a:off x="6975209" y="3217957"/>
            <a:ext cx="1411148" cy="9165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" name="그림 11" descr="스크린샷, 표지판, 거리, 도시이(가) 표시된 사진&#10;&#10;자동 생성된 설명">
            <a:extLst>
              <a:ext uri="{FF2B5EF4-FFF2-40B4-BE49-F238E27FC236}">
                <a16:creationId xmlns:a16="http://schemas.microsoft.com/office/drawing/2014/main" id="{C0654550-4ED3-428A-B92D-C577740B12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163" y="3373782"/>
            <a:ext cx="849207" cy="57667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569535A-18E6-4ABD-A171-BBA9C346AD96}"/>
              </a:ext>
            </a:extLst>
          </p:cNvPr>
          <p:cNvSpPr txBox="1"/>
          <p:nvPr/>
        </p:nvSpPr>
        <p:spPr>
          <a:xfrm>
            <a:off x="1057027" y="3758091"/>
            <a:ext cx="265151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png, jpg, bmp file</a:t>
            </a:r>
            <a:r>
              <a:rPr lang="ko-KR" altLang="en-US"/>
              <a:t> </a:t>
            </a:r>
            <a:r>
              <a:rPr lang="en-US" altLang="ko-KR"/>
              <a:t>open </a:t>
            </a:r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01D4A-F327-48BD-8B72-3ACD8AB9DA4C}"/>
              </a:ext>
            </a:extLst>
          </p:cNvPr>
          <p:cNvSpPr txBox="1"/>
          <p:nvPr/>
        </p:nvSpPr>
        <p:spPr>
          <a:xfrm>
            <a:off x="4253206" y="3758091"/>
            <a:ext cx="265151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Image load</a:t>
            </a:r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5C848A-9C05-4D28-BDC3-EC46BBD2587B}"/>
              </a:ext>
            </a:extLst>
          </p:cNvPr>
          <p:cNvSpPr txBox="1"/>
          <p:nvPr/>
        </p:nvSpPr>
        <p:spPr>
          <a:xfrm>
            <a:off x="8497895" y="4852068"/>
            <a:ext cx="265151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Convert Gray</a:t>
            </a:r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C07D8D-3003-4A61-9C17-35F916B13690}"/>
              </a:ext>
            </a:extLst>
          </p:cNvPr>
          <p:cNvSpPr txBox="1"/>
          <p:nvPr/>
        </p:nvSpPr>
        <p:spPr>
          <a:xfrm>
            <a:off x="8307240" y="2331579"/>
            <a:ext cx="265151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Resize</a:t>
            </a:r>
            <a:endParaRPr lang="ko-KR" altLang="en-US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2B43A32-5919-4D7F-982D-BF165EA49AED}"/>
              </a:ext>
            </a:extLst>
          </p:cNvPr>
          <p:cNvSpPr txBox="1">
            <a:spLocks/>
          </p:cNvSpPr>
          <p:nvPr/>
        </p:nvSpPr>
        <p:spPr bwMode="auto">
          <a:xfrm>
            <a:off x="733237" y="5531741"/>
            <a:ext cx="10912500" cy="669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marL="358775" indent="-35877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875" indent="-298450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96975" indent="-239713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76400" indent="-239713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1542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5pPr>
            <a:lvl6pPr marL="26114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6pPr>
            <a:lvl7pPr marL="30686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7pPr>
            <a:lvl8pPr marL="35258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8pPr>
            <a:lvl9pPr marL="3983038" indent="-238125" algn="l" defTabSz="957263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kern="0"/>
              <a:t>개인 이미지 파일을 </a:t>
            </a:r>
            <a:r>
              <a:rPr lang="en-US" altLang="ko-KR" kern="0"/>
              <a:t>load</a:t>
            </a:r>
            <a:r>
              <a:rPr lang="ko-KR" altLang="en-US" kern="0"/>
              <a:t>하여 </a:t>
            </a:r>
            <a:r>
              <a:rPr lang="en-US" altLang="ko-KR" kern="0"/>
              <a:t>convert(resize, gray-scale)</a:t>
            </a:r>
            <a:r>
              <a:rPr lang="ko-KR" altLang="en-US" kern="0"/>
              <a:t>후</a:t>
            </a:r>
            <a:r>
              <a:rPr lang="en-US" altLang="ko-KR" kern="0"/>
              <a:t> raw</a:t>
            </a:r>
            <a:r>
              <a:rPr lang="ko-KR" altLang="en-US" kern="0"/>
              <a:t>파일로 저장가능</a:t>
            </a:r>
          </a:p>
        </p:txBody>
      </p:sp>
    </p:spTree>
    <p:extLst>
      <p:ext uri="{BB962C8B-B14F-4D97-AF65-F5344CB8AC3E}">
        <p14:creationId xmlns:p14="http://schemas.microsoft.com/office/powerpoint/2010/main" val="3717743985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 준비">
  <a:themeElements>
    <a:clrScheme name="ㅇㄹㅇㄹㅇㄹ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ㅇㄹㅇㄹㅇㄹ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ㅇㄹㅇㄹㅇㄹ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ㅇㄹㅇㄹㅇㄹ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ㅇㄹㅇㄹㅇㄹ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ㅇㄹㅇㄹㅇㄹ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ㅇㄹㅇㄹㅇㄹ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ㅇㄹㅇㄹㅇㄹ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ㅇㄹㅇㄹㅇㄹ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ㅇㄹㅇㄹㅇㄹ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ㅇㄹㅇㄹㅇㄹ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ㅇㄹㅇㄹㅇㄹ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ㅇㄹㅇㄹㅇㄹ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ㅇㄹㅇㄹㅇㄹ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MS.potx" id="{41C1211F-852E-4FA7-AE94-DEC57A4469C8}" vid="{2E6EE163-41AE-435C-B479-F01CF971D786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DMS</Template>
  <TotalTime>3504</TotalTime>
  <Words>168</Words>
  <Application>Microsoft Office PowerPoint</Application>
  <PresentationFormat>사용자 지정</PresentationFormat>
  <Paragraphs>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굴림</vt:lpstr>
      <vt:lpstr>Arial</vt:lpstr>
      <vt:lpstr>Tahoma</vt:lpstr>
      <vt:lpstr>Wingdings</vt:lpstr>
      <vt:lpstr>세미나 준비</vt:lpstr>
      <vt:lpstr>Image Viewer Program by Python</vt:lpstr>
      <vt:lpstr>Python Install</vt:lpstr>
      <vt:lpstr>프로그램 실행</vt:lpstr>
      <vt:lpstr>lena.img Open</vt:lpstr>
      <vt:lpstr>Lena.img Resize &amp; Save (Raw file)</vt:lpstr>
      <vt:lpstr>Lena.img Resize &amp; Save (Compressed Image file)</vt:lpstr>
      <vt:lpstr>Personal Image Open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MyungJun Kim</dc:creator>
  <cp:lastModifiedBy>Lee Yung-Lyul</cp:lastModifiedBy>
  <cp:revision>105</cp:revision>
  <dcterms:created xsi:type="dcterms:W3CDTF">2017-01-02T05:29:08Z</dcterms:created>
  <dcterms:modified xsi:type="dcterms:W3CDTF">2020-05-27T04:27:22Z</dcterms:modified>
</cp:coreProperties>
</file>